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7592-37C2-30B0-3067-C81F9D72A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7430C-E224-2612-117F-CCA7850E8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BC682-2A0A-8C15-A532-11844AB4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A03B6-2174-469C-43EE-734F4B25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DF08-AE14-8A05-8725-0C9D1405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4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EBB7-9054-9CFA-1912-912A0180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42730-541A-0CF4-6A47-AE88EEFCF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377B-99C5-273A-46FC-2752BC0C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DC742-9E70-AE95-580B-0E2CA182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554F8-6BFF-E84E-88E5-57BF9BCA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6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D1C4-F611-F94F-9BA1-D8601AA6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F3862-C853-586D-0067-D1AAD4EE6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8E69-40AB-8329-3742-28FA68DA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6224E-1C28-1768-FAAB-6311F1FD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8436-D23B-1982-461E-143D9610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3AD2-7172-996C-1B9D-9853C3E1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E40C6-6EE2-D8F7-ECCC-7035CC98C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8A0EF-F9AA-79C6-8E56-A15BAC5AC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D2A1B-A749-8C18-D429-7CBC042C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30C92-9F49-81B5-C2B4-8F84DFBF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7B0E4-2B85-B4BD-CDA3-2E374E23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2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3291-A6B5-C377-BC43-46D285FB6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19140-12A5-5BB1-4717-E91659DE9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9F459-07D7-838F-616B-593C1DE8D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DE158-BFBC-98F1-ECAB-C590EC989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DA6C2-5D93-17F6-4A19-65F77756E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10CAE-E886-E7F7-6729-B75F6936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9FC5B-7F92-D9B8-E6C1-FC8025FA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CEBBF-5D30-BFB6-8A75-AAEE8D1E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1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7C3A-7142-F3BF-421E-0ECC4446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7F8CF-CD9E-B069-130E-FEB7B688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1F4C8-FFB8-CCF5-2785-92AB1A9D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67BC7-79AD-C1DE-BA23-C1577281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26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AAC01-E9C2-7BEE-6F08-9E43AEBA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4F4B4-277B-EC34-CBD6-E100F3B4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C390F-D1F7-CB0F-9BF2-F0EE25AA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5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CBF2-48A3-17FA-251C-9F03E04E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B8FBD-3E6B-1022-909A-908294D4B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9C688-D4F9-215A-8DDC-39DA209C8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6752D-EEA8-B221-7FFF-49EEB250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94D6B-96D0-C317-FF98-5B8FC2EA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0EBFC-5ACA-AE4F-E51C-95019A5F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6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681E-80FC-6611-EB7B-1EFEF54E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7A4DFB-FB13-05D5-94B3-72A6CCF40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6ABE3-D3A5-38BD-D840-2BD45552D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CAD8A-40EE-B6B0-2A92-61347242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255D3-75C5-3245-98D6-76340920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446A1-6284-255C-C82E-1FDC63A1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079F-3414-0ECF-D801-7E0C3D10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C6AAC-F159-BA21-53C2-A9435FAED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6CBE1-AF88-A8BE-F1CB-ECEF1C93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F4167-B09A-FEA6-6FCA-E98185D6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7D976-AD57-B953-BCD9-3F44300E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0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7F8F4-9589-3EBB-CA83-03EE18F0C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AD35D-6C11-2B4C-4EC1-631DA9A92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A7ED3-0C86-6239-B38D-B75EC338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59656-3097-A391-C1EE-D4A4163F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4FA81-9A0C-512C-AED7-95C43A40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2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F7587-2EA5-9D8F-F85B-CDA138EC6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2E3BD-54C5-1CB3-28B4-7F0534EA7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7A098-5AA0-75A3-9808-E7CC0144D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5CB4E-18AF-4602-ABBA-3B75B94A43C2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FA862-3F21-B6F4-30E1-C54B13617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4863-B19E-A35E-ABF3-D4F8E505E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21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F0F1FB-5D4F-949B-BF96-6E3B0678F2CB}"/>
              </a:ext>
            </a:extLst>
          </p:cNvPr>
          <p:cNvSpPr txBox="1"/>
          <p:nvPr/>
        </p:nvSpPr>
        <p:spPr>
          <a:xfrm>
            <a:off x="4101483" y="3429000"/>
            <a:ext cx="1127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Empower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44ABA-5067-8B9B-042B-1FA785394083}"/>
              </a:ext>
            </a:extLst>
          </p:cNvPr>
          <p:cNvSpPr txBox="1"/>
          <p:nvPr/>
        </p:nvSpPr>
        <p:spPr>
          <a:xfrm>
            <a:off x="5771965" y="3429000"/>
            <a:ext cx="6864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Helix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FAE5B-4053-A657-D6A9-956AEA01F60C}"/>
              </a:ext>
            </a:extLst>
          </p:cNvPr>
          <p:cNvSpPr txBox="1"/>
          <p:nvPr/>
        </p:nvSpPr>
        <p:spPr>
          <a:xfrm>
            <a:off x="7001300" y="3429000"/>
            <a:ext cx="8431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Aurora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F9057-D804-C301-E359-26090045B061}"/>
              </a:ext>
            </a:extLst>
          </p:cNvPr>
          <p:cNvSpPr txBox="1"/>
          <p:nvPr/>
        </p:nvSpPr>
        <p:spPr>
          <a:xfrm>
            <a:off x="5578903" y="1571347"/>
            <a:ext cx="10341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6AA76-1888-871E-E25A-DAF099A951DF}"/>
              </a:ext>
            </a:extLst>
          </p:cNvPr>
          <p:cNvSpPr txBox="1"/>
          <p:nvPr/>
        </p:nvSpPr>
        <p:spPr>
          <a:xfrm>
            <a:off x="612559" y="239697"/>
            <a:ext cx="14874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/systems</a:t>
            </a:r>
          </a:p>
        </p:txBody>
      </p:sp>
    </p:spTree>
    <p:extLst>
      <p:ext uri="{BB962C8B-B14F-4D97-AF65-F5344CB8AC3E}">
        <p14:creationId xmlns:p14="http://schemas.microsoft.com/office/powerpoint/2010/main" val="313380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21EB99-FF51-6EE9-E655-7500D383B800}"/>
              </a:ext>
            </a:extLst>
          </p:cNvPr>
          <p:cNvSpPr txBox="1"/>
          <p:nvPr/>
        </p:nvSpPr>
        <p:spPr>
          <a:xfrm>
            <a:off x="506027" y="399495"/>
            <a:ext cx="25088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/systems/Empower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FD875C-A31F-39F2-D8A8-8945EF1A9DEC}"/>
              </a:ext>
            </a:extLst>
          </p:cNvPr>
          <p:cNvSpPr txBox="1"/>
          <p:nvPr/>
        </p:nvSpPr>
        <p:spPr>
          <a:xfrm>
            <a:off x="1261533" y="1645928"/>
            <a:ext cx="882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53A69-9DF6-ED4C-484B-80BD6F4A0767}"/>
              </a:ext>
            </a:extLst>
          </p:cNvPr>
          <p:cNvSpPr txBox="1"/>
          <p:nvPr/>
        </p:nvSpPr>
        <p:spPr>
          <a:xfrm>
            <a:off x="1261532" y="2269129"/>
            <a:ext cx="882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5F9B8-E379-651D-FE8F-F49984F2243D}"/>
              </a:ext>
            </a:extLst>
          </p:cNvPr>
          <p:cNvSpPr txBox="1"/>
          <p:nvPr/>
        </p:nvSpPr>
        <p:spPr>
          <a:xfrm>
            <a:off x="1261533" y="4129885"/>
            <a:ext cx="118038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n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36626-48D7-B6C5-2003-AED4CA687FDD}"/>
              </a:ext>
            </a:extLst>
          </p:cNvPr>
          <p:cNvSpPr txBox="1"/>
          <p:nvPr/>
        </p:nvSpPr>
        <p:spPr>
          <a:xfrm>
            <a:off x="1261532" y="4881811"/>
            <a:ext cx="8854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94AC0-39F5-2600-86AD-CCF7233499CD}"/>
              </a:ext>
            </a:extLst>
          </p:cNvPr>
          <p:cNvSpPr txBox="1"/>
          <p:nvPr/>
        </p:nvSpPr>
        <p:spPr>
          <a:xfrm>
            <a:off x="1700113" y="2748471"/>
            <a:ext cx="250390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100333-F301-4C8B-99C4-AE7107A9F215}"/>
              </a:ext>
            </a:extLst>
          </p:cNvPr>
          <p:cNvSpPr txBox="1"/>
          <p:nvPr/>
        </p:nvSpPr>
        <p:spPr>
          <a:xfrm>
            <a:off x="4734181" y="1645928"/>
            <a:ext cx="14588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C6F5A-DE85-01A7-05CD-D70D3F2221AE}"/>
              </a:ext>
            </a:extLst>
          </p:cNvPr>
          <p:cNvSpPr txBox="1"/>
          <p:nvPr/>
        </p:nvSpPr>
        <p:spPr>
          <a:xfrm>
            <a:off x="4734180" y="2269129"/>
            <a:ext cx="14588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23C288-F491-2FA5-5B20-7292A67F69D3}"/>
              </a:ext>
            </a:extLst>
          </p:cNvPr>
          <p:cNvSpPr txBox="1"/>
          <p:nvPr/>
        </p:nvSpPr>
        <p:spPr>
          <a:xfrm>
            <a:off x="4734181" y="4129885"/>
            <a:ext cx="18275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m - 1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B6BCD4-EA27-70D9-F4CC-A5600DEFD3DE}"/>
              </a:ext>
            </a:extLst>
          </p:cNvPr>
          <p:cNvSpPr txBox="1"/>
          <p:nvPr/>
        </p:nvSpPr>
        <p:spPr>
          <a:xfrm>
            <a:off x="4734180" y="4881811"/>
            <a:ext cx="15325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5EC04C-0AF9-43FD-C3A5-05118CB28DE9}"/>
              </a:ext>
            </a:extLst>
          </p:cNvPr>
          <p:cNvSpPr txBox="1"/>
          <p:nvPr/>
        </p:nvSpPr>
        <p:spPr>
          <a:xfrm>
            <a:off x="5172761" y="2748471"/>
            <a:ext cx="250390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42ACF6-8FF4-7EA9-7073-DFE416C3495E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1704250" y="5251143"/>
            <a:ext cx="155491" cy="489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E9BFF56-D62D-A66A-E74F-4C3B8029A0D8}"/>
              </a:ext>
            </a:extLst>
          </p:cNvPr>
          <p:cNvSpPr txBox="1"/>
          <p:nvPr/>
        </p:nvSpPr>
        <p:spPr>
          <a:xfrm>
            <a:off x="52387" y="5740259"/>
            <a:ext cx="361470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Clicking on a table redirects to </a:t>
            </a:r>
          </a:p>
          <a:p>
            <a:r>
              <a:rPr lang="en-US" dirty="0"/>
              <a:t>the </a:t>
            </a:r>
            <a:r>
              <a:rPr lang="en-US" dirty="0" err="1"/>
              <a:t>url</a:t>
            </a:r>
            <a:r>
              <a:rPr lang="en-US" dirty="0"/>
              <a:t> /</a:t>
            </a:r>
            <a:r>
              <a:rPr lang="en-US" dirty="0" err="1"/>
              <a:t>tables_docs</a:t>
            </a:r>
            <a:r>
              <a:rPr lang="en-US" dirty="0"/>
              <a:t>/</a:t>
            </a:r>
            <a:r>
              <a:rPr lang="en-US" dirty="0" err="1"/>
              <a:t>table_id</a:t>
            </a:r>
            <a:r>
              <a:rPr lang="en-US" dirty="0"/>
              <a:t>/table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088FBC-0D52-AD92-3760-85698CAEECFE}"/>
              </a:ext>
            </a:extLst>
          </p:cNvPr>
          <p:cNvSpPr txBox="1"/>
          <p:nvPr/>
        </p:nvSpPr>
        <p:spPr>
          <a:xfrm>
            <a:off x="4385687" y="5740258"/>
            <a:ext cx="38023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Clicking on a dashboard redirects to </a:t>
            </a:r>
          </a:p>
          <a:p>
            <a:r>
              <a:rPr lang="en-US" dirty="0"/>
              <a:t>the </a:t>
            </a:r>
            <a:r>
              <a:rPr lang="en-US" dirty="0" err="1"/>
              <a:t>url</a:t>
            </a:r>
            <a:r>
              <a:rPr lang="en-US" dirty="0"/>
              <a:t> /dashboards/</a:t>
            </a:r>
            <a:r>
              <a:rPr lang="en-US" dirty="0" err="1"/>
              <a:t>dashboard_id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6CDBC8-BE7F-0B03-D890-E405F20D93E7}"/>
              </a:ext>
            </a:extLst>
          </p:cNvPr>
          <p:cNvCxnSpPr>
            <a:cxnSpLocks/>
            <a:stCxn id="33" idx="0"/>
            <a:endCxn id="24" idx="2"/>
          </p:cNvCxnSpPr>
          <p:nvPr/>
        </p:nvCxnSpPr>
        <p:spPr>
          <a:xfrm flipH="1" flipV="1">
            <a:off x="5500480" y="5251143"/>
            <a:ext cx="786401" cy="489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17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938BDF-7BA4-187B-6C6B-77D0A3BE2407}"/>
              </a:ext>
            </a:extLst>
          </p:cNvPr>
          <p:cNvSpPr txBox="1"/>
          <p:nvPr/>
        </p:nvSpPr>
        <p:spPr>
          <a:xfrm>
            <a:off x="569075" y="358665"/>
            <a:ext cx="27426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/tables/</a:t>
            </a:r>
            <a:r>
              <a:rPr lang="en-US" dirty="0" err="1"/>
              <a:t>table_id</a:t>
            </a:r>
            <a:r>
              <a:rPr lang="en-US" dirty="0"/>
              <a:t>/table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83A85-6EEB-FBA9-14D4-AF54659DCA2A}"/>
              </a:ext>
            </a:extLst>
          </p:cNvPr>
          <p:cNvSpPr txBox="1"/>
          <p:nvPr/>
        </p:nvSpPr>
        <p:spPr>
          <a:xfrm>
            <a:off x="2167056" y="1175412"/>
            <a:ext cx="19546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description: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9B905-270D-4A5F-E8EC-0082C19A0D2F}"/>
              </a:ext>
            </a:extLst>
          </p:cNvPr>
          <p:cNvSpPr txBox="1"/>
          <p:nvPr/>
        </p:nvSpPr>
        <p:spPr>
          <a:xfrm>
            <a:off x="2167055" y="1745062"/>
            <a:ext cx="958697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1CCDE-92AB-7F4F-E56E-7037C17FCE5D}"/>
              </a:ext>
            </a:extLst>
          </p:cNvPr>
          <p:cNvSpPr txBox="1"/>
          <p:nvPr/>
        </p:nvSpPr>
        <p:spPr>
          <a:xfrm>
            <a:off x="204187" y="1175411"/>
            <a:ext cx="175777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  <a:p>
            <a:r>
              <a:rPr lang="en-US" dirty="0"/>
              <a:t>Table 2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05692-8D2F-F4E3-3F17-3310778D9FA1}"/>
              </a:ext>
            </a:extLst>
          </p:cNvPr>
          <p:cNvSpPr txBox="1"/>
          <p:nvPr/>
        </p:nvSpPr>
        <p:spPr>
          <a:xfrm>
            <a:off x="2167056" y="3244334"/>
            <a:ext cx="15697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Source script: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DEDB8-A7D0-B679-9697-B76D088D86ED}"/>
              </a:ext>
            </a:extLst>
          </p:cNvPr>
          <p:cNvSpPr txBox="1"/>
          <p:nvPr/>
        </p:nvSpPr>
        <p:spPr>
          <a:xfrm>
            <a:off x="2167055" y="4089192"/>
            <a:ext cx="17153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Source system:</a:t>
            </a:r>
          </a:p>
        </p:txBody>
      </p:sp>
    </p:spTree>
    <p:extLst>
      <p:ext uri="{BB962C8B-B14F-4D97-AF65-F5344CB8AC3E}">
        <p14:creationId xmlns:p14="http://schemas.microsoft.com/office/powerpoint/2010/main" val="215730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C3C1A9-1635-089A-2636-A9ED067F089D}"/>
              </a:ext>
            </a:extLst>
          </p:cNvPr>
          <p:cNvSpPr txBox="1"/>
          <p:nvPr/>
        </p:nvSpPr>
        <p:spPr>
          <a:xfrm>
            <a:off x="569075" y="358665"/>
            <a:ext cx="30960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/tables/</a:t>
            </a:r>
            <a:r>
              <a:rPr lang="en-US" dirty="0" err="1"/>
              <a:t>table_id</a:t>
            </a:r>
            <a:r>
              <a:rPr lang="en-US" dirty="0"/>
              <a:t>/columns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40F3B-7A42-3EF4-78CA-BF2C62394943}"/>
              </a:ext>
            </a:extLst>
          </p:cNvPr>
          <p:cNvSpPr txBox="1"/>
          <p:nvPr/>
        </p:nvSpPr>
        <p:spPr>
          <a:xfrm>
            <a:off x="2117096" y="1175411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Column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90C87-72C8-35FC-0C4A-2EBCF609E88E}"/>
              </a:ext>
            </a:extLst>
          </p:cNvPr>
          <p:cNvSpPr txBox="1"/>
          <p:nvPr/>
        </p:nvSpPr>
        <p:spPr>
          <a:xfrm>
            <a:off x="204187" y="1175411"/>
            <a:ext cx="175777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  <a:p>
            <a:r>
              <a:rPr lang="en-US" dirty="0"/>
              <a:t>Table 2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3721A-5F52-3D8D-DC56-98E30D9927C3}"/>
              </a:ext>
            </a:extLst>
          </p:cNvPr>
          <p:cNvSpPr txBox="1"/>
          <p:nvPr/>
        </p:nvSpPr>
        <p:spPr>
          <a:xfrm>
            <a:off x="3568824" y="1170092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Foreign key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73335-59CC-BE5B-39D6-801043EA04C1}"/>
              </a:ext>
            </a:extLst>
          </p:cNvPr>
          <p:cNvSpPr txBox="1"/>
          <p:nvPr/>
        </p:nvSpPr>
        <p:spPr>
          <a:xfrm>
            <a:off x="5020552" y="1170092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Primary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85F0E-D644-E1A9-B991-5CD8861C2E42}"/>
              </a:ext>
            </a:extLst>
          </p:cNvPr>
          <p:cNvSpPr txBox="1"/>
          <p:nvPr/>
        </p:nvSpPr>
        <p:spPr>
          <a:xfrm>
            <a:off x="6472280" y="1170092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5CDB3-2CF6-E2F0-2477-F854599C148D}"/>
              </a:ext>
            </a:extLst>
          </p:cNvPr>
          <p:cNvSpPr txBox="1"/>
          <p:nvPr/>
        </p:nvSpPr>
        <p:spPr>
          <a:xfrm>
            <a:off x="2117096" y="1544743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Column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648CC-BE90-6DBB-D478-61BE658EE036}"/>
              </a:ext>
            </a:extLst>
          </p:cNvPr>
          <p:cNvSpPr txBox="1"/>
          <p:nvPr/>
        </p:nvSpPr>
        <p:spPr>
          <a:xfrm>
            <a:off x="3568824" y="1539424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D6DB8B-210B-DC68-4256-682110EF5469}"/>
              </a:ext>
            </a:extLst>
          </p:cNvPr>
          <p:cNvSpPr txBox="1"/>
          <p:nvPr/>
        </p:nvSpPr>
        <p:spPr>
          <a:xfrm>
            <a:off x="5020552" y="1539424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E09E57-7E05-DF23-3174-FA50FF5FA3D2}"/>
              </a:ext>
            </a:extLst>
          </p:cNvPr>
          <p:cNvSpPr txBox="1"/>
          <p:nvPr/>
        </p:nvSpPr>
        <p:spPr>
          <a:xfrm>
            <a:off x="6472280" y="1539424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A78CF-8586-7E94-DE51-4F9C59F08CC7}"/>
              </a:ext>
            </a:extLst>
          </p:cNvPr>
          <p:cNvSpPr txBox="1"/>
          <p:nvPr/>
        </p:nvSpPr>
        <p:spPr>
          <a:xfrm>
            <a:off x="2117096" y="1908756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Column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B31761-4380-3E96-989C-DF647122FAA4}"/>
              </a:ext>
            </a:extLst>
          </p:cNvPr>
          <p:cNvSpPr txBox="1"/>
          <p:nvPr/>
        </p:nvSpPr>
        <p:spPr>
          <a:xfrm>
            <a:off x="3568824" y="1903437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2E23F-B6DF-4824-BA9E-80BEAEA7B156}"/>
              </a:ext>
            </a:extLst>
          </p:cNvPr>
          <p:cNvSpPr txBox="1"/>
          <p:nvPr/>
        </p:nvSpPr>
        <p:spPr>
          <a:xfrm>
            <a:off x="5020552" y="1903437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26179A-1901-FE5B-B2F1-2C5E3B453C9B}"/>
              </a:ext>
            </a:extLst>
          </p:cNvPr>
          <p:cNvSpPr txBox="1"/>
          <p:nvPr/>
        </p:nvSpPr>
        <p:spPr>
          <a:xfrm>
            <a:off x="6472280" y="1903437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6155AE-9BCF-0F0C-A8ED-F8E76B8B8139}"/>
              </a:ext>
            </a:extLst>
          </p:cNvPr>
          <p:cNvSpPr txBox="1"/>
          <p:nvPr/>
        </p:nvSpPr>
        <p:spPr>
          <a:xfrm>
            <a:off x="2117096" y="3316409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Column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C7CFAB-990F-698C-E412-EF085543B3D4}"/>
              </a:ext>
            </a:extLst>
          </p:cNvPr>
          <p:cNvSpPr txBox="1"/>
          <p:nvPr/>
        </p:nvSpPr>
        <p:spPr>
          <a:xfrm>
            <a:off x="3568824" y="3311090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48CB33-DA96-0874-D4B4-E703846AA270}"/>
              </a:ext>
            </a:extLst>
          </p:cNvPr>
          <p:cNvSpPr txBox="1"/>
          <p:nvPr/>
        </p:nvSpPr>
        <p:spPr>
          <a:xfrm>
            <a:off x="5020552" y="3311090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8D00C8-74FA-B564-8997-4F198F7D32CB}"/>
              </a:ext>
            </a:extLst>
          </p:cNvPr>
          <p:cNvSpPr txBox="1"/>
          <p:nvPr/>
        </p:nvSpPr>
        <p:spPr>
          <a:xfrm>
            <a:off x="6472280" y="3311090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26C369-7532-3B0E-3D9D-E9BF4BBD32C5}"/>
              </a:ext>
            </a:extLst>
          </p:cNvPr>
          <p:cNvSpPr txBox="1"/>
          <p:nvPr/>
        </p:nvSpPr>
        <p:spPr>
          <a:xfrm>
            <a:off x="4797558" y="2330264"/>
            <a:ext cx="44598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549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FFAD46-2FD1-0BDE-E0E9-06C3F33D957A}"/>
              </a:ext>
            </a:extLst>
          </p:cNvPr>
          <p:cNvSpPr txBox="1"/>
          <p:nvPr/>
        </p:nvSpPr>
        <p:spPr>
          <a:xfrm>
            <a:off x="563503" y="332032"/>
            <a:ext cx="46920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Url: /dashboards/</a:t>
            </a:r>
            <a:r>
              <a:rPr lang="en-US" dirty="0" err="1"/>
              <a:t>dashboard_id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3CB40-51CA-7A66-669A-4183A2414AF9}"/>
              </a:ext>
            </a:extLst>
          </p:cNvPr>
          <p:cNvSpPr txBox="1"/>
          <p:nvPr/>
        </p:nvSpPr>
        <p:spPr>
          <a:xfrm>
            <a:off x="2167056" y="1175412"/>
            <a:ext cx="253127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description: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2F2A3-D050-5E14-86B7-514684CE191A}"/>
              </a:ext>
            </a:extLst>
          </p:cNvPr>
          <p:cNvSpPr txBox="1"/>
          <p:nvPr/>
        </p:nvSpPr>
        <p:spPr>
          <a:xfrm>
            <a:off x="2167055" y="1745062"/>
            <a:ext cx="958697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47976-7843-F4D7-2CD8-455F2AB27875}"/>
              </a:ext>
            </a:extLst>
          </p:cNvPr>
          <p:cNvSpPr txBox="1"/>
          <p:nvPr/>
        </p:nvSpPr>
        <p:spPr>
          <a:xfrm>
            <a:off x="204187" y="1175411"/>
            <a:ext cx="175777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Dashboard 1</a:t>
            </a:r>
          </a:p>
          <a:p>
            <a:r>
              <a:rPr lang="en-US" dirty="0"/>
              <a:t>Dashboard 2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71737-D993-002B-9BE5-6E5CD7668634}"/>
              </a:ext>
            </a:extLst>
          </p:cNvPr>
          <p:cNvSpPr txBox="1"/>
          <p:nvPr/>
        </p:nvSpPr>
        <p:spPr>
          <a:xfrm>
            <a:off x="2167055" y="3244334"/>
            <a:ext cx="208762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Check data lineage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DB41A-D83D-5EE0-4092-FE12C5EFEEA0}"/>
              </a:ext>
            </a:extLst>
          </p:cNvPr>
          <p:cNvSpPr txBox="1"/>
          <p:nvPr/>
        </p:nvSpPr>
        <p:spPr>
          <a:xfrm>
            <a:off x="2167054" y="4189608"/>
            <a:ext cx="42054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Clicking redirects to the </a:t>
            </a:r>
            <a:r>
              <a:rPr lang="en-US" dirty="0" err="1"/>
              <a:t>url</a:t>
            </a:r>
            <a:r>
              <a:rPr lang="en-US" dirty="0"/>
              <a:t> </a:t>
            </a:r>
          </a:p>
          <a:p>
            <a:r>
              <a:rPr lang="en-US" dirty="0"/>
              <a:t>/dashboards/</a:t>
            </a:r>
            <a:r>
              <a:rPr lang="en-US" dirty="0" err="1"/>
              <a:t>dashboard_id</a:t>
            </a:r>
            <a:r>
              <a:rPr lang="en-US" dirty="0"/>
              <a:t>/</a:t>
            </a:r>
            <a:r>
              <a:rPr lang="en-US" dirty="0" err="1"/>
              <a:t>data_lineage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B7DE9A-A167-E6A7-85F9-B5D0E40BAC7C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H="1" flipV="1">
            <a:off x="3210867" y="3613666"/>
            <a:ext cx="1058911" cy="575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90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476009-A93E-55DC-17D9-383104DE1508}"/>
              </a:ext>
            </a:extLst>
          </p:cNvPr>
          <p:cNvSpPr txBox="1"/>
          <p:nvPr/>
        </p:nvSpPr>
        <p:spPr>
          <a:xfrm>
            <a:off x="572381" y="332032"/>
            <a:ext cx="46920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Url: /dashboards/</a:t>
            </a:r>
            <a:r>
              <a:rPr lang="en-US" dirty="0" err="1"/>
              <a:t>dashboard_id</a:t>
            </a:r>
            <a:r>
              <a:rPr lang="en-US" dirty="0"/>
              <a:t>/</a:t>
            </a:r>
            <a:r>
              <a:rPr lang="en-US" dirty="0" err="1"/>
              <a:t>data_lineage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EB3FD-714C-4DAE-D4F3-E3494FA13E5A}"/>
              </a:ext>
            </a:extLst>
          </p:cNvPr>
          <p:cNvSpPr txBox="1"/>
          <p:nvPr/>
        </p:nvSpPr>
        <p:spPr>
          <a:xfrm>
            <a:off x="9614517" y="1958124"/>
            <a:ext cx="1476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Cube table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4C7A2-897A-EEFA-138B-5B4D05D153CB}"/>
              </a:ext>
            </a:extLst>
          </p:cNvPr>
          <p:cNvSpPr txBox="1"/>
          <p:nvPr/>
        </p:nvSpPr>
        <p:spPr>
          <a:xfrm>
            <a:off x="9614517" y="4578022"/>
            <a:ext cx="1476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Cube table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B26D5-BD8D-8DC4-3D22-CF3C429E5E9C}"/>
              </a:ext>
            </a:extLst>
          </p:cNvPr>
          <p:cNvSpPr txBox="1"/>
          <p:nvPr/>
        </p:nvSpPr>
        <p:spPr>
          <a:xfrm>
            <a:off x="8319858" y="1954283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7D48A-08E8-A7CF-894D-F965C2C16711}"/>
              </a:ext>
            </a:extLst>
          </p:cNvPr>
          <p:cNvSpPr txBox="1"/>
          <p:nvPr/>
        </p:nvSpPr>
        <p:spPr>
          <a:xfrm>
            <a:off x="6723356" y="1584951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CCCC7-7380-506F-0F2A-2AC2DD4D9553}"/>
              </a:ext>
            </a:extLst>
          </p:cNvPr>
          <p:cNvSpPr txBox="1"/>
          <p:nvPr/>
        </p:nvSpPr>
        <p:spPr>
          <a:xfrm>
            <a:off x="6723356" y="2010053"/>
            <a:ext cx="92031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C450B-7AC7-6BF4-A3E4-4D1C1C1F23CE}"/>
              </a:ext>
            </a:extLst>
          </p:cNvPr>
          <p:cNvSpPr txBox="1"/>
          <p:nvPr/>
        </p:nvSpPr>
        <p:spPr>
          <a:xfrm>
            <a:off x="6723356" y="2712155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347EAA-CD96-BA0E-E2CB-2E155F34AB64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7643673" y="1769617"/>
            <a:ext cx="676185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22276F-4D73-A471-40A6-A3985F2558B1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 flipV="1">
            <a:off x="7643673" y="2138949"/>
            <a:ext cx="676185" cy="757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8CC278-9AF2-6D44-CDFA-CA82E280A211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9117368" y="2138949"/>
            <a:ext cx="497149" cy="3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24183F-8A90-EF5E-2DA9-9126876839F7}"/>
              </a:ext>
            </a:extLst>
          </p:cNvPr>
          <p:cNvSpPr txBox="1"/>
          <p:nvPr/>
        </p:nvSpPr>
        <p:spPr>
          <a:xfrm>
            <a:off x="5390225" y="1584951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47DB12-C355-7DD5-1C91-DAC0D5811377}"/>
              </a:ext>
            </a:extLst>
          </p:cNvPr>
          <p:cNvSpPr txBox="1"/>
          <p:nvPr/>
        </p:nvSpPr>
        <p:spPr>
          <a:xfrm>
            <a:off x="5365073" y="2712155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707597-73AC-077D-6919-16FCA909C9F4}"/>
              </a:ext>
            </a:extLst>
          </p:cNvPr>
          <p:cNvCxnSpPr>
            <a:cxnSpLocks/>
            <a:stCxn id="23" idx="3"/>
            <a:endCxn id="10" idx="1"/>
          </p:cNvCxnSpPr>
          <p:nvPr/>
        </p:nvCxnSpPr>
        <p:spPr>
          <a:xfrm>
            <a:off x="6187735" y="1769617"/>
            <a:ext cx="535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5DAFED-0C5B-000E-EE2D-4BCE8196EA1B}"/>
              </a:ext>
            </a:extLst>
          </p:cNvPr>
          <p:cNvCxnSpPr>
            <a:cxnSpLocks/>
            <a:stCxn id="24" idx="3"/>
            <a:endCxn id="12" idx="1"/>
          </p:cNvCxnSpPr>
          <p:nvPr/>
        </p:nvCxnSpPr>
        <p:spPr>
          <a:xfrm>
            <a:off x="6162583" y="2896821"/>
            <a:ext cx="5607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C5CFAC4-9A33-FCC2-06DC-97C0A3BB7083}"/>
              </a:ext>
            </a:extLst>
          </p:cNvPr>
          <p:cNvSpPr txBox="1"/>
          <p:nvPr/>
        </p:nvSpPr>
        <p:spPr>
          <a:xfrm>
            <a:off x="3866226" y="1215619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BB086B-B899-397E-950A-AD9957937A5D}"/>
              </a:ext>
            </a:extLst>
          </p:cNvPr>
          <p:cNvSpPr txBox="1"/>
          <p:nvPr/>
        </p:nvSpPr>
        <p:spPr>
          <a:xfrm>
            <a:off x="3876583" y="1914540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473B61-6F43-F4C1-AE30-56C51FE062E7}"/>
              </a:ext>
            </a:extLst>
          </p:cNvPr>
          <p:cNvCxnSpPr>
            <a:cxnSpLocks/>
            <a:stCxn id="31" idx="3"/>
            <a:endCxn id="23" idx="1"/>
          </p:cNvCxnSpPr>
          <p:nvPr/>
        </p:nvCxnSpPr>
        <p:spPr>
          <a:xfrm>
            <a:off x="4786543" y="1400285"/>
            <a:ext cx="603682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3CECF0-BF2F-E205-62CD-3C7F7E0874AE}"/>
              </a:ext>
            </a:extLst>
          </p:cNvPr>
          <p:cNvCxnSpPr>
            <a:cxnSpLocks/>
            <a:stCxn id="32" idx="3"/>
            <a:endCxn id="23" idx="1"/>
          </p:cNvCxnSpPr>
          <p:nvPr/>
        </p:nvCxnSpPr>
        <p:spPr>
          <a:xfrm flipV="1">
            <a:off x="4796900" y="1769617"/>
            <a:ext cx="593325" cy="329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AA9A228-51CE-EEE7-9281-0900E2B17453}"/>
              </a:ext>
            </a:extLst>
          </p:cNvPr>
          <p:cNvSpPr txBox="1"/>
          <p:nvPr/>
        </p:nvSpPr>
        <p:spPr>
          <a:xfrm>
            <a:off x="8319858" y="4578022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AA6C1E-AE2D-1F14-159E-FE4FB8277D14}"/>
              </a:ext>
            </a:extLst>
          </p:cNvPr>
          <p:cNvSpPr txBox="1"/>
          <p:nvPr/>
        </p:nvSpPr>
        <p:spPr>
          <a:xfrm>
            <a:off x="6723356" y="4208690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8D2B24-E593-5C80-6797-814FD3A34A53}"/>
              </a:ext>
            </a:extLst>
          </p:cNvPr>
          <p:cNvSpPr txBox="1"/>
          <p:nvPr/>
        </p:nvSpPr>
        <p:spPr>
          <a:xfrm>
            <a:off x="6723356" y="4633792"/>
            <a:ext cx="92031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1F2E61-9504-04CC-2F62-598C62F5C4BF}"/>
              </a:ext>
            </a:extLst>
          </p:cNvPr>
          <p:cNvSpPr txBox="1"/>
          <p:nvPr/>
        </p:nvSpPr>
        <p:spPr>
          <a:xfrm>
            <a:off x="6723356" y="5335894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548CC9-03B6-D0D3-053E-6FC3546B66BD}"/>
              </a:ext>
            </a:extLst>
          </p:cNvPr>
          <p:cNvCxnSpPr>
            <a:stCxn id="40" idx="3"/>
            <a:endCxn id="39" idx="1"/>
          </p:cNvCxnSpPr>
          <p:nvPr/>
        </p:nvCxnSpPr>
        <p:spPr>
          <a:xfrm>
            <a:off x="7643673" y="4393356"/>
            <a:ext cx="676185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0A17D6-C9F4-3483-B6DD-3FB2693E356C}"/>
              </a:ext>
            </a:extLst>
          </p:cNvPr>
          <p:cNvCxnSpPr>
            <a:cxnSpLocks/>
            <a:stCxn id="42" idx="3"/>
            <a:endCxn id="39" idx="1"/>
          </p:cNvCxnSpPr>
          <p:nvPr/>
        </p:nvCxnSpPr>
        <p:spPr>
          <a:xfrm flipV="1">
            <a:off x="7643673" y="4762688"/>
            <a:ext cx="676185" cy="757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1F83B99-4F5F-B9B0-2777-FDD181937D97}"/>
              </a:ext>
            </a:extLst>
          </p:cNvPr>
          <p:cNvSpPr txBox="1"/>
          <p:nvPr/>
        </p:nvSpPr>
        <p:spPr>
          <a:xfrm>
            <a:off x="5390225" y="4208690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376307-5F03-647F-6EF3-FAA770B16C45}"/>
              </a:ext>
            </a:extLst>
          </p:cNvPr>
          <p:cNvSpPr txBox="1"/>
          <p:nvPr/>
        </p:nvSpPr>
        <p:spPr>
          <a:xfrm>
            <a:off x="5365073" y="5335894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8D27316-4FC8-37A7-C423-6F5A85080039}"/>
              </a:ext>
            </a:extLst>
          </p:cNvPr>
          <p:cNvCxnSpPr>
            <a:cxnSpLocks/>
            <a:stCxn id="45" idx="3"/>
            <a:endCxn id="40" idx="1"/>
          </p:cNvCxnSpPr>
          <p:nvPr/>
        </p:nvCxnSpPr>
        <p:spPr>
          <a:xfrm>
            <a:off x="6187735" y="4393356"/>
            <a:ext cx="535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A697391-63C2-5B61-7311-4D32595046F6}"/>
              </a:ext>
            </a:extLst>
          </p:cNvPr>
          <p:cNvCxnSpPr>
            <a:cxnSpLocks/>
            <a:stCxn id="46" idx="3"/>
            <a:endCxn id="42" idx="1"/>
          </p:cNvCxnSpPr>
          <p:nvPr/>
        </p:nvCxnSpPr>
        <p:spPr>
          <a:xfrm>
            <a:off x="6162583" y="5520560"/>
            <a:ext cx="5607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49EF048-D571-B530-DDD5-016BDD7D7526}"/>
              </a:ext>
            </a:extLst>
          </p:cNvPr>
          <p:cNvSpPr txBox="1"/>
          <p:nvPr/>
        </p:nvSpPr>
        <p:spPr>
          <a:xfrm>
            <a:off x="3866226" y="3839358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221A90-0B95-FB83-6289-64EE87BA88F5}"/>
              </a:ext>
            </a:extLst>
          </p:cNvPr>
          <p:cNvSpPr txBox="1"/>
          <p:nvPr/>
        </p:nvSpPr>
        <p:spPr>
          <a:xfrm>
            <a:off x="3876583" y="4538279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7FD301-99E9-AA39-D4B4-14B367DBDF3E}"/>
              </a:ext>
            </a:extLst>
          </p:cNvPr>
          <p:cNvCxnSpPr>
            <a:cxnSpLocks/>
            <a:stCxn id="49" idx="3"/>
            <a:endCxn id="45" idx="1"/>
          </p:cNvCxnSpPr>
          <p:nvPr/>
        </p:nvCxnSpPr>
        <p:spPr>
          <a:xfrm>
            <a:off x="4786543" y="4024024"/>
            <a:ext cx="603682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017BA29-F32B-7991-C140-B6393C2F6148}"/>
              </a:ext>
            </a:extLst>
          </p:cNvPr>
          <p:cNvCxnSpPr>
            <a:cxnSpLocks/>
            <a:stCxn id="50" idx="3"/>
            <a:endCxn id="45" idx="1"/>
          </p:cNvCxnSpPr>
          <p:nvPr/>
        </p:nvCxnSpPr>
        <p:spPr>
          <a:xfrm flipV="1">
            <a:off x="4796900" y="4393356"/>
            <a:ext cx="593325" cy="329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F370437-E84B-070E-7302-29DBADF37F3C}"/>
              </a:ext>
            </a:extLst>
          </p:cNvPr>
          <p:cNvCxnSpPr>
            <a:cxnSpLocks/>
            <a:stCxn id="39" idx="3"/>
            <a:endCxn id="8" idx="1"/>
          </p:cNvCxnSpPr>
          <p:nvPr/>
        </p:nvCxnSpPr>
        <p:spPr>
          <a:xfrm>
            <a:off x="9117368" y="4762688"/>
            <a:ext cx="497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220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224</Words>
  <Application>Microsoft Office PowerPoint</Application>
  <PresentationFormat>Widescreen</PresentationFormat>
  <Paragraphs>129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RWS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Marcin Bułka</dc:creator>
  <cp:lastModifiedBy>Marcin Bułka</cp:lastModifiedBy>
  <cp:revision>3</cp:revision>
  <dcterms:created xsi:type="dcterms:W3CDTF">2024-01-21T17:04:00Z</dcterms:created>
  <dcterms:modified xsi:type="dcterms:W3CDTF">2024-01-22T13:19:14Z</dcterms:modified>
</cp:coreProperties>
</file>